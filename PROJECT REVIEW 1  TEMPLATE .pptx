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83" d="100"/>
          <a:sy n="83" d="100"/>
        </p:scale>
        <p:origin x="72" y="23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17-Aug-26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17-Aug-26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17886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 Keerthi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 2520030416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 Sai Ashwika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 2520030224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 Thanvi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 2520030214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928034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G Keerthi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Abstract, Introduction, Existing System part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P Sai Ashwika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Problem, Solution, Objectives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  Thanvi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alpha val="31000"/>
                            </a:schemeClr>
                          </a:solidFill>
                        </a:rPr>
                        <a:t>Modules, Software requirements, Conclusion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Develop a CRM system for small businesses. </a:t>
            </a:r>
          </a:p>
          <a:p>
            <a:pPr lvl="0"/>
            <a:r>
              <a:rPr lang="en-US" dirty="0"/>
              <a:t>Centralize customer information in one system. </a:t>
            </a:r>
          </a:p>
          <a:p>
            <a:pPr lvl="0"/>
            <a:r>
              <a:rPr lang="en-US" dirty="0"/>
              <a:t>Manage customer details, interactions, leads, sales activities and follow-ups. </a:t>
            </a:r>
          </a:p>
          <a:p>
            <a:pPr lvl="0"/>
            <a:r>
              <a:rPr lang="en-US" dirty="0"/>
              <a:t>Reduce manual work and data duplication. </a:t>
            </a:r>
          </a:p>
          <a:p>
            <a:pPr lvl="0"/>
            <a:r>
              <a:rPr lang="en-US" dirty="0"/>
              <a:t>Help businesses improve customer relationships and make better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Small businesses need an efficient way to manage customer information. </a:t>
            </a:r>
          </a:p>
          <a:p>
            <a:pPr lvl="0"/>
            <a:r>
              <a:rPr lang="en-US" dirty="0"/>
              <a:t>Manual records and spreadsheets can be difficult to maintain. </a:t>
            </a:r>
          </a:p>
          <a:p>
            <a:pPr lvl="0"/>
            <a:r>
              <a:rPr lang="en-US" dirty="0"/>
              <a:t>A CRM provides a centralized platform for customer-related activities. </a:t>
            </a:r>
          </a:p>
          <a:p>
            <a:pPr lvl="0"/>
            <a:r>
              <a:rPr lang="en-US" dirty="0"/>
              <a:t>It helps store, search, update and retrieve customer records easily. </a:t>
            </a:r>
          </a:p>
          <a:p>
            <a:pPr lvl="0"/>
            <a:r>
              <a:rPr lang="en-US" dirty="0"/>
              <a:t>A dashboard can help owners monitor customer and sales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Customer information is often maintained using spreadsheets or manual records. </a:t>
            </a:r>
          </a:p>
          <a:p>
            <a:pPr lvl="0"/>
            <a:r>
              <a:rPr lang="en-US" dirty="0"/>
              <a:t>Data may be duplicated. </a:t>
            </a:r>
          </a:p>
          <a:p>
            <a:pPr lvl="0"/>
            <a:r>
              <a:rPr lang="en-US" dirty="0"/>
              <a:t>Customer follow-ups can be missed. </a:t>
            </a:r>
          </a:p>
          <a:p>
            <a:pPr lvl="0"/>
            <a:r>
              <a:rPr lang="en-US" dirty="0"/>
              <a:t>Important information may be difficult to find quickly. </a:t>
            </a:r>
          </a:p>
          <a:p>
            <a:pPr lvl="0"/>
            <a:r>
              <a:rPr lang="en-US" dirty="0"/>
              <a:t>Sales and customer activities are not centrally managed.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Difficulty in managing large amounts of customer information. </a:t>
            </a:r>
          </a:p>
          <a:p>
            <a:pPr lvl="0"/>
            <a:r>
              <a:rPr lang="en-US" dirty="0"/>
              <a:t>Lack of proper tracking of customer interactions. </a:t>
            </a:r>
          </a:p>
          <a:p>
            <a:pPr lvl="0"/>
            <a:r>
              <a:rPr lang="en-US" dirty="0"/>
              <a:t>Missed follow-ups with customers. </a:t>
            </a:r>
          </a:p>
          <a:p>
            <a:pPr lvl="0"/>
            <a:r>
              <a:rPr lang="en-US" dirty="0"/>
              <a:t>Difficulty maintaining sales records. </a:t>
            </a:r>
          </a:p>
          <a:p>
            <a:pPr lvl="0"/>
            <a:r>
              <a:rPr lang="en-US" dirty="0"/>
              <a:t>Manual work consumes time and may cause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Develop a simple and centralized CRM system. </a:t>
            </a:r>
          </a:p>
          <a:p>
            <a:pPr lvl="0"/>
            <a:r>
              <a:rPr lang="en-US" dirty="0"/>
              <a:t>Store customer data in a structured database. </a:t>
            </a:r>
          </a:p>
          <a:p>
            <a:pPr lvl="0"/>
            <a:r>
              <a:rPr lang="en-US" dirty="0"/>
              <a:t>Track interactions, leads, sales and follow-ups. </a:t>
            </a:r>
          </a:p>
          <a:p>
            <a:pPr lvl="0"/>
            <a:r>
              <a:rPr lang="en-US" dirty="0"/>
              <a:t>Provide easy search, update and retrieval of records. </a:t>
            </a:r>
          </a:p>
          <a:p>
            <a:pPr lvl="0"/>
            <a:r>
              <a:rPr lang="en-US" dirty="0"/>
              <a:t>Provide a dashboard for monitoring customer and sales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To develop an easy-to-use CRM system. </a:t>
            </a:r>
          </a:p>
          <a:p>
            <a:pPr lvl="0"/>
            <a:r>
              <a:rPr lang="en-US" dirty="0"/>
              <a:t>To reduce manual customer-data management. </a:t>
            </a:r>
          </a:p>
          <a:p>
            <a:pPr lvl="0"/>
            <a:r>
              <a:rPr lang="en-US" dirty="0"/>
              <a:t>To organize customer information efficiently. </a:t>
            </a:r>
          </a:p>
          <a:p>
            <a:pPr lvl="0"/>
            <a:r>
              <a:rPr lang="en-US" dirty="0"/>
              <a:t>To improve customer relationship management. </a:t>
            </a:r>
          </a:p>
          <a:p>
            <a:pPr lvl="0"/>
            <a:r>
              <a:rPr lang="en-US" dirty="0"/>
              <a:t>To manage sales processes effectively. </a:t>
            </a:r>
          </a:p>
          <a:p>
            <a:pPr lvl="0"/>
            <a:r>
              <a:rPr lang="en-US" dirty="0"/>
              <a:t>To support better business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b="1" dirty="0"/>
              <a:t>Customer Management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Add, update, search and manage customer details. </a:t>
            </a:r>
          </a:p>
          <a:p>
            <a:pPr lvl="0"/>
            <a:r>
              <a:rPr lang="en-US" b="1" dirty="0"/>
              <a:t>Interaction Management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Track customer interactions and communication. </a:t>
            </a:r>
          </a:p>
          <a:p>
            <a:pPr lvl="0"/>
            <a:r>
              <a:rPr lang="en-US" b="1" dirty="0"/>
              <a:t>Lead Management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Store and manage potential customers. </a:t>
            </a:r>
          </a:p>
          <a:p>
            <a:pPr lvl="0"/>
            <a:r>
              <a:rPr lang="en-US" b="1" dirty="0"/>
              <a:t>Sales Management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Monitor sales activities and records. </a:t>
            </a:r>
          </a:p>
          <a:p>
            <a:pPr lvl="0"/>
            <a:r>
              <a:rPr lang="en-US" b="1" dirty="0"/>
              <a:t>Follow-up Management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Schedule and track customer follow-ups. </a:t>
            </a:r>
          </a:p>
          <a:p>
            <a:pPr lvl="0"/>
            <a:r>
              <a:rPr lang="en-US" b="1" dirty="0"/>
              <a:t>Dashboard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Display customer and sales activity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EB224C5-7922-B45A-9787-78FFD80E6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122782"/>
              </p:ext>
            </p:extLst>
          </p:nvPr>
        </p:nvGraphicFramePr>
        <p:xfrm>
          <a:off x="838200" y="3035069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57591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9825714"/>
                    </a:ext>
                  </a:extLst>
                </a:gridCol>
              </a:tblGrid>
              <a:tr h="23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9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HTML, CSS,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67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Java / 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92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43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Development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Visual Studio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3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Database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MySQL Workbench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51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72104-DDA7-BF19-9269-03A5C7015BAF}"/>
              </a:ext>
            </a:extLst>
          </p:cNvPr>
          <p:cNvSpPr txBox="1"/>
          <p:nvPr/>
        </p:nvSpPr>
        <p:spPr>
          <a:xfrm>
            <a:off x="1403927" y="1376218"/>
            <a:ext cx="7740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CRM system provides a centralized way to manage customer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It reduces manual work and improves data organization.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It helps businesses manage customers, leads, sales and follow-ups efficiently. </a:t>
            </a:r>
          </a:p>
          <a:p>
            <a:pPr>
              <a:buNone/>
            </a:pPr>
            <a:r>
              <a:rPr lang="en-US" sz="2000" b="1" dirty="0"/>
              <a:t>      Future Scope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Add advanced sales reports and analytics.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Add automated notifications for follow-ups.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Add customer communication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Add more dashboard and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8245</TotalTime>
  <Words>541</Words>
  <Application>Microsoft Office PowerPoint</Application>
  <PresentationFormat>Widescreen</PresentationFormat>
  <Paragraphs>134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Chegireddy Thanvi</cp:lastModifiedBy>
  <cp:revision>95</cp:revision>
  <dcterms:created xsi:type="dcterms:W3CDTF">2022-05-20T10:20:31Z</dcterms:created>
  <dcterms:modified xsi:type="dcterms:W3CDTF">2026-08-17T08:09:41Z</dcterms:modified>
</cp:coreProperties>
</file>